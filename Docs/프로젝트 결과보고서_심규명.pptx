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560aeb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d560aeb8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d560aeb8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d560aeb80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d560aeb8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d560aeb80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d560aeb8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d560aeb80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d560aeb8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d560aeb80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cwPDivhHLi-K21P2Tl5B8JEtyINnyeS7/view" TargetMode="External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33962" y="1836539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UNREAL ENGINE 5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280773" y="2206079"/>
            <a:ext cx="36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3rdGame</a:t>
            </a:r>
            <a:endParaRPr b="1" sz="5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186362" y="4747021"/>
            <a:ext cx="1819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2026.03.24 - 2026.04.06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767905"/>
            <a:ext cx="76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5523" y="2996505"/>
            <a:ext cx="7620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PROJECT 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310187" y="4006155"/>
            <a:ext cx="1571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프로젝트 목표 및 개요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728650" y="4433000"/>
            <a:ext cx="673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뱀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파이어 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서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바이벌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모작을 통한 블루프린트 기능 습득 프로젝트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title="프로젝트 결과동영상_심규명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188" y="1795500"/>
            <a:ext cx="5681626" cy="42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DEMONSTRATION VIDEO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81025" y="1162050"/>
            <a:ext cx="11030100" cy="1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21359"/>
            <a:ext cx="5276850" cy="179635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971550" y="3411884"/>
            <a:ext cx="47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Vampire Survivors </a:t>
            </a:r>
            <a:r>
              <a:rPr b="1" lang="en-US" sz="21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+BackPackHero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971550" y="3878609"/>
            <a:ext cx="44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두 게임의 시스템을 합쳐서 구현하자.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724650" y="3411884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BP Skills Acquisition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724650" y="3878609"/>
            <a:ext cx="44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블루프린트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를</a:t>
            </a: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사용하여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언리얼5에 익숙해지는 것을 목표로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DEVELOPMENT OBJECTIVES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581025" y="3288952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569690" y="31746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25876" y="3593752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Phase 1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81025" y="4060477"/>
            <a:ext cx="220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03.24 - 03.27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핵심 이동 및 발사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로직 구현 &amp;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인벤토리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510980" y="31746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467166" y="3593752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Phase 2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3522315" y="4060477"/>
            <a:ext cx="220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03.28 - 04.01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인벤토리 &amp; </a:t>
            </a: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적 AI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스폰 시스템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452270" y="31746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408457" y="3593752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Phase 3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463605" y="4060477"/>
            <a:ext cx="2205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04.02 - 04.04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인벤토리 &amp; </a:t>
            </a: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UI/VFX 폴리싱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&amp;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아이템 시스템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0393560" y="31746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9349747" y="3593752"/>
            <a:ext cx="2316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Phase 4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404895" y="4060477"/>
            <a:ext cx="220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04.05 - 04.06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인벤토리…포기 &amp;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최종 디버깅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DEVELOPMENT ROADMAP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5715000" y="2767905"/>
            <a:ext cx="76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140630" y="2996505"/>
            <a:ext cx="59107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CORE SYSTEMS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4175400" y="4069000"/>
            <a:ext cx="384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주요 기능 및 시스템 구현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81025" y="201453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주기적 투사체 생성 시스템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66775" y="2538412"/>
            <a:ext cx="49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GetGameTimeInSeconds</a:t>
            </a: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특정 시간 간격마다 무기를 자동 발사하는 로직 구현.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66775" y="2999569"/>
            <a:ext cx="49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SpawnActor From Class: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사전에 설정된 투사체 블루프린트를 실시간으로 스폰.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81025" y="2538412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81025" y="295557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PERIODIC PROJECTILE SPAWNING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9" title="주기성 투사체 생성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900" y="4171925"/>
            <a:ext cx="11666202" cy="24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6121725" y="2468775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인벤토리 검사-&gt; 쿨타임 체크 -&gt; 타겟 검색 -&gt; 투사체 생성-&gt; 시간 체크</a:t>
            </a:r>
            <a:endParaRPr>
              <a:solidFill>
                <a:srgbClr val="CFD7E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81025" y="581025"/>
            <a:ext cx="519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피격 피드백</a:t>
            </a:r>
            <a:endParaRPr b="1" sz="31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81025" y="1162050"/>
            <a:ext cx="4943475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81025" y="1562100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데미지 처리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81025" y="2085975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모든 투사체와 적의 충돌 시 </a:t>
            </a: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Niagara Syste</a:t>
            </a:r>
            <a:r>
              <a:rPr b="1"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m, FloatingText, Material Value Change</a:t>
            </a:r>
            <a:r>
              <a:rPr lang="en-US" sz="135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를 통해 구현했습니다.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81025" y="263455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OnComponentBeginOverlap 이벤트를 활용하여 정확한 타격 지점에 이펙트를 스폰하여 타격감을 극대화했습니다.</a:t>
            </a:r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674" y="1252774"/>
            <a:ext cx="5545976" cy="269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1675" y="4073343"/>
            <a:ext cx="5545975" cy="15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4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title="HPBAR.png"/>
          <p:cNvPicPr preferRelativeResize="0"/>
          <p:nvPr/>
        </p:nvPicPr>
        <p:blipFill rotWithShape="1">
          <a:blip r:embed="rId4">
            <a:alphaModFix/>
          </a:blip>
          <a:srcRect b="0" l="10949" r="10957" t="0"/>
          <a:stretch/>
        </p:blipFill>
        <p:spPr>
          <a:xfrm>
            <a:off x="581014" y="1524012"/>
            <a:ext cx="3809999" cy="381000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177" name="Google Shape;177;p21"/>
          <p:cNvSpPr txBox="1"/>
          <p:nvPr/>
        </p:nvSpPr>
        <p:spPr>
          <a:xfrm>
            <a:off x="6356275" y="4681557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반응형 빌보드 위젯 구현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642025" y="5205432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Widget Component: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각 적 캐릭터 상단에 개별 HP 바 위젯 부착.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642025" y="562259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Billboard: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카메라의 회전에 관계없이 항상 플레이어를 향하도록 설정.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642025" y="6314052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Progress Bar: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체력 변화에 따른 실시간 게이지 업데이트 로직 연동.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356275" y="5205432"/>
            <a:ext cx="8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356275" y="5622597"/>
            <a:ext cx="8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356275" y="6314052"/>
            <a:ext cx="8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BILLBOARD &amp; HP BAR UI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4526" y="1524003"/>
            <a:ext cx="6528599" cy="22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14024"/>
            <a:ext cx="3170143" cy="24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715" y="4152199"/>
            <a:ext cx="3178781" cy="24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421" y="180454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706421" y="2376040"/>
            <a:ext cx="284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Item Drop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706421" y="2842765"/>
            <a:ext cx="2705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적 사망 시 경험치 보석 액터를 월드에 드랍하는 사망 로직 설계.</a:t>
            </a:r>
            <a:endParaRPr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963" y="463871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660963" y="5114215"/>
            <a:ext cx="284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Level Up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60963" y="5580940"/>
            <a:ext cx="2705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획득한 경험치 누적 및 레벨업 시 무기 강화/선택 UI 팝업 시스템 연동.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XP ITEM ACQUISITION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1449500"/>
            <a:ext cx="6887601" cy="28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/>
          <p:nvPr/>
        </p:nvSpPr>
        <p:spPr>
          <a:xfrm>
            <a:off x="5715000" y="2767905"/>
            <a:ext cx="76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1165383" y="2996505"/>
            <a:ext cx="98612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DEVELOPMENT LOGISTICS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291137" y="4006155"/>
            <a:ext cx="1609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개발 일정 및 문제 해결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TROUBLESHOOTING &amp; ISSUES</a:t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594073" y="1459675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인벤토리 관리 게임을 구현하려 했으나…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8" name="Google Shape;2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2818350"/>
            <a:ext cx="5059524" cy="33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550" y="2818350"/>
            <a:ext cx="5059526" cy="33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591975" y="1277473"/>
            <a:ext cx="62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Drag</a:t>
            </a:r>
            <a:endParaRPr b="1" sz="2100">
              <a:solidFill>
                <a:srgbClr val="00E5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738375" y="1664937"/>
            <a:ext cx="499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WBP_InventoryItem</a:t>
            </a: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OnMouseDown 해당 아이템의 SlotIdx 찾기</a:t>
            </a:r>
            <a:b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OnDragDetected 비쥬얼 아이템 생성, Operation 생성</a:t>
            </a:r>
            <a:br>
              <a:rPr lang="en-US" sz="135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350">
              <a:solidFill>
                <a:srgbClr val="AAAAA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WBP_ItemDragVisual: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Shape에 맞게 MinX,Y/MaxX,Y 를 통해 여러 모양 설정 1*3, T, </a:t>
            </a:r>
            <a:r>
              <a:rPr lang="en-US">
                <a:solidFill>
                  <a:schemeClr val="lt1"/>
                </a:solidFill>
              </a:rPr>
              <a:t>지정하려함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591975" y="1664925"/>
            <a:ext cx="14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TROUBLESHOOTING &amp; ISSUES</a:t>
            </a:r>
            <a:endParaRPr b="1" sz="31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81025" y="1162050"/>
            <a:ext cx="11030100" cy="1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6121725" y="2468775"/>
            <a:ext cx="49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Min,MaxX/Y를 사용할 경우 사각형만 가능</a:t>
            </a:r>
            <a:b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개별 설정할 경우 모양 가능, 드래그&amp; 드랍 클릭 이슈 발생</a:t>
            </a:r>
            <a:endParaRPr>
              <a:solidFill>
                <a:srgbClr val="CFD7E7"/>
              </a:solidFill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74" y="2861724"/>
            <a:ext cx="2223851" cy="11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4425" y="2861725"/>
            <a:ext cx="2083125" cy="11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8" y="4094768"/>
            <a:ext cx="4561549" cy="15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9475" y="4094775"/>
            <a:ext cx="3946387" cy="15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/>
        </p:nvSpPr>
        <p:spPr>
          <a:xfrm>
            <a:off x="591975" y="1277475"/>
            <a:ext cx="19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Synergy</a:t>
            </a:r>
            <a:endParaRPr b="1" sz="2100">
              <a:solidFill>
                <a:srgbClr val="00E5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738375" y="1664937"/>
            <a:ext cx="49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BPC_InventoryComponent</a:t>
            </a: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UpdateSynergy() ItemA, ItemB</a:t>
            </a:r>
            <a:b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Shape 이중 루프A, 이중루프B, 스탯합산 후 BindOnStatUpdate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591975" y="1664925"/>
            <a:ext cx="14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TROUBLESHOOTING &amp; ISSUES</a:t>
            </a:r>
            <a:endParaRPr b="1" sz="31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581025" y="1162050"/>
            <a:ext cx="11030100" cy="1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6043150" y="1561125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인벤토리 로직 복잡으로 시너지 효과 구현 어려워짐.</a:t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75" y="2975322"/>
            <a:ext cx="7526701" cy="30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591975" y="1277473"/>
            <a:ext cx="62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Syne</a:t>
            </a:r>
            <a:endParaRPr b="1" sz="2100">
              <a:solidFill>
                <a:srgbClr val="00E5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738375" y="1664937"/>
            <a:ext cx="499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WBP_Inventory</a:t>
            </a:r>
            <a:r>
              <a:rPr b="1" i="0" lang="en-US" sz="135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3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OnDrop 선택된 Slot Idx를 사용한 New Pos</a:t>
            </a:r>
            <a:b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공간 유효성 체크, AddItem, RefreshInventory 진행</a:t>
            </a:r>
            <a:endParaRPr sz="1350">
              <a:solidFill>
                <a:srgbClr val="AAAAA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AAAAA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Drag되는 위치, 모양, 회전모양 이슈 발생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591975" y="1664925"/>
            <a:ext cx="14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TROUBLESHOOTING &amp; ISSUES</a:t>
            </a:r>
            <a:endParaRPr b="1" sz="31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81025" y="1162050"/>
            <a:ext cx="11030100" cy="1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6043150" y="1561125"/>
            <a:ext cx="499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FindEmptySpace 함수의 경우 1.Shape에 회전 연산 TempShape</a:t>
            </a:r>
            <a:b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2.TempShape MinX,Y</a:t>
            </a:r>
            <a:b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3.TempShape X-MinX, Y-MinY를 통해 모양 계산</a:t>
            </a:r>
            <a:b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4.인벤 전체 순회 후 CheckSpace() 진행</a:t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로직 복잡도 상승</a:t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여기서부터 정신을 잃고 과감하게 구현을 버림</a:t>
            </a:r>
            <a:endParaRPr b="1" sz="135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58" name="Google Shape;2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0" y="3260100"/>
            <a:ext cx="4318699" cy="286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9350" y="3223425"/>
            <a:ext cx="3711775" cy="325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b="1" lang="en-US" sz="31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자체 평가</a:t>
            </a:r>
            <a:endParaRPr b="1" sz="31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81025" y="1162050"/>
            <a:ext cx="11030100" cy="1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2900"/>
            <a:ext cx="3524250" cy="369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012900"/>
            <a:ext cx="3524250" cy="369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12900"/>
            <a:ext cx="3524250" cy="369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403425"/>
            <a:ext cx="2743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962025" y="3060650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소감 (REFLECTION)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962025" y="3584525"/>
            <a:ext cx="2743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언리얼 엔진 구현으로 최소한의 비주얼을 갖을 수 있다는 느낌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73" name="Google Shape;27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403425"/>
            <a:ext cx="2743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/>
        </p:nvSpPr>
        <p:spPr>
          <a:xfrm>
            <a:off x="4724400" y="3060650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잘된 점 (GOOD)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4724400" y="3584525"/>
            <a:ext cx="2743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피격 판정 처리, 투사체 자동발사 로직, DataDrive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76" name="Google Shape;27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403425"/>
            <a:ext cx="2743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/>
        </p:nvSpPr>
        <p:spPr>
          <a:xfrm>
            <a:off x="8486775" y="3060650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아쉬운 점 (BAD)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8486775" y="3584525"/>
            <a:ext cx="27432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1.처음부터 뱀서만 목표로 할껄….</a:t>
            </a:r>
            <a:endParaRPr sz="1425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2.실제 구현된 기능이 마지막날에 허겁지겁만들어서 아쉽다.</a:t>
            </a:r>
            <a:endParaRPr sz="1425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4000738" y="2559397"/>
            <a:ext cx="419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End</a:t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5619750" y="3599408"/>
            <a:ext cx="952500" cy="47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4524375" y="3932783"/>
            <a:ext cx="3143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발표를 경청해 주셔서 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